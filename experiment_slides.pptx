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Design Maze Experiments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156075" y="2399665"/>
            <a:ext cx="1099185" cy="11023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97630" y="2204720"/>
            <a:ext cx="1615440" cy="1491615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826000" y="3757930"/>
            <a:ext cx="189230" cy="1892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5533390" y="3004185"/>
            <a:ext cx="254635" cy="25463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457950" y="1962150"/>
            <a:ext cx="25273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start and goal should be out of the danger zone</a:t>
            </a:r>
            <a:endParaRPr lang="en-US"/>
          </a:p>
          <a:p>
            <a:endParaRPr lang="en-US"/>
          </a:p>
          <a:p>
            <a:r>
              <a:rPr lang="en-US"/>
              <a:t>The greedy path must pass through the danger zone</a:t>
            </a:r>
            <a:endParaRPr lang="en-US"/>
          </a:p>
          <a:p>
            <a:endParaRPr lang="en-US"/>
          </a:p>
          <a:p>
            <a:r>
              <a:rPr lang="en-US"/>
              <a:t>the horizon must not be too long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Presentation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 Black</vt:lpstr>
      <vt:lpstr>微软雅黑</vt:lpstr>
      <vt:lpstr>Arial Unicode MS</vt:lpstr>
      <vt:lpstr>宋体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</cp:lastModifiedBy>
  <cp:revision>9</cp:revision>
  <dcterms:created xsi:type="dcterms:W3CDTF">2024-07-09T04:38:55Z</dcterms:created>
  <dcterms:modified xsi:type="dcterms:W3CDTF">2024-07-09T04:38:55Z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1033-11.1.0.11719</vt:lpwstr>
  </property>
  <property fmtid="{D5CDD505-2E9C-101B-9397-08002B2CF9AE}" pid="3" name="ICV">
    <vt:lpwstr/>
  </property>
</Properties>
</file>